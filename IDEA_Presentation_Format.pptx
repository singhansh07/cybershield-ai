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8" r:id="rId3"/>
    <p:sldId id="281" r:id="rId4"/>
    <p:sldId id="290" r:id="rId5"/>
    <p:sldId id="293" r:id="rId6"/>
    <p:sldId id="299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397274" y="1203454"/>
            <a:ext cx="5924550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Helvetica"/>
              </a:defRPr>
            </a:pPr>
            <a:r>
              <a:t>Problem Statement ID: HW-BAD-2026</a:t>
            </a:r>
          </a:p>
          <a:p>
            <a:pPr>
              <a:defRPr sz="1500" b="1">
                <a:solidFill>
                  <a:srgbClr val="0F172A"/>
                </a:solidFill>
                <a:latin typeface="Helvetica"/>
              </a:defRPr>
            </a:pPr>
            <a:r>
              <a:t>Problem Statement Title: AI-Powered Behavioral Anomaly Detection for Cybersecurity</a:t>
            </a:r>
          </a:p>
          <a:p>
            <a:pPr>
              <a:defRPr sz="1500" b="1">
                <a:solidFill>
                  <a:srgbClr val="0F172A"/>
                </a:solidFill>
                <a:latin typeface="Helvetica"/>
              </a:defRPr>
            </a:pPr>
            <a:r>
              <a:t>Theme: AI/ML &amp; Cybersecurity System Architecture</a:t>
            </a:r>
          </a:p>
          <a:p>
            <a:pPr>
              <a:defRPr sz="1500" b="1">
                <a:solidFill>
                  <a:srgbClr val="0F172A"/>
                </a:solidFill>
                <a:latin typeface="Helvetica"/>
              </a:defRPr>
            </a:pPr>
            <a:r>
              <a:t>PS Category: Software</a:t>
            </a:r>
          </a:p>
          <a:p>
            <a:pPr>
              <a:defRPr sz="1500" b="1">
                <a:solidFill>
                  <a:srgbClr val="0F172A"/>
                </a:solidFill>
                <a:latin typeface="Helvetica"/>
              </a:defRPr>
            </a:pPr>
            <a:r>
              <a:t>Student Name: Ansh Singh</a:t>
            </a:r>
          </a:p>
          <a:p>
            <a:pPr>
              <a:defRPr sz="1500" b="1">
                <a:solidFill>
                  <a:srgbClr val="0F172A"/>
                </a:solidFill>
                <a:latin typeface="Helvetica"/>
              </a:defRPr>
            </a:pPr>
            <a:r>
              <a:t>Student ID: ANSH-SIH-2026</a:t>
            </a:r>
          </a:p>
          <a:p>
            <a:pPr>
              <a:defRPr sz="1500" b="1">
                <a:solidFill>
                  <a:srgbClr val="0F172A"/>
                </a:solidFill>
                <a:latin typeface="Helvetica"/>
              </a:defRPr>
            </a:pPr>
            <a:r>
              <a:t>GitHub Repository: https://github.com/SinghAnsh07/cybershield-AI</a:t>
            </a: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sz="2000" b="1"/>
            </a:pPr>
            <a:r>
              <a:t>IDEA TITLE: CyberShield AI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 sz="1300"/>
            </a:pPr>
            <a:r>
              <a:t>PROPOSED SOLUTION: Behavioral Anomaly Detection &amp; Attack Classification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* Multi-Stage Anomaly Engine: Combines a Statistical Profiler (Mahalanobis Distance), a PyTorch Autoencoder, a 2-layer BiLSTM sequence detector with Focal Loss, and an XGBoost multi-class attack classifier.</a:t>
            </a:r>
          </a:p>
          <a:p>
            <a:pPr>
              <a:defRPr sz="1300"/>
            </a:pPr>
            <a:r>
              <a:t>* Solves Core Security Challenges: Handles class imbalance (&lt;0.5% attacks via Focal Loss &amp; SMOTE), concept drift (exponential age-decay sample weighting), and cold-start entities (cohort baseline blending).</a:t>
            </a:r>
          </a:p>
          <a:p>
            <a:pPr>
              <a:defRPr sz="1300"/>
            </a:pPr>
            <a:r>
              <a:t>* Plain-English Explainability: Integrates SHAP TreeExplainer to deliver human-readable alert reasons (e.g., 'Flagged due to impossible geo-velocity + novel device fingerprint') for fast SOC triage.</a:t>
            </a:r>
          </a:p>
          <a:p>
            <a:pPr>
              <a:defRPr sz="1300"/>
            </a:pPr>
            <a:r>
              <a:t>* Interactive SOC Dashboard: Streamlit analyst-facing application with KPI overview, ranked alert queues, and entity investigation timelines.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/>
            </a:pPr>
            <a:r>
              <a:t>TECHNICAL APPROACH &amp; METHODOLOGY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 sz="1200"/>
            </a:pPr>
            <a:r>
              <a:t>TECHNOLOGY STACK &amp; PIPELINE FLOW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* Programming &amp; Core Libraries: Python 3.12, NumPy, Pandas, Faker (Synthetic Generator), Scikit-Learn.</a:t>
            </a:r>
          </a:p>
          <a:p>
            <a:pPr>
              <a:defRPr sz="1200"/>
            </a:pPr>
            <a:r>
              <a:t>* Deep Learning &amp; ML: PyTorch (Autoencoder &amp; BiLSTM Detector), XGBoost (Multi-Class Classifier), Imbalanced-Learn (SMOTE).</a:t>
            </a:r>
          </a:p>
          <a:p>
            <a:pPr>
              <a:defRPr sz="1200"/>
            </a:pPr>
            <a:r>
              <a:t>* Explainability &amp; UI: SHAP TreeExplainer, Streamlit Dashboard, Plotly Visualization Engine, FPDF2.</a:t>
            </a:r>
          </a:p>
          <a:p>
            <a:pPr>
              <a:defRPr sz="1200"/>
            </a:pPr>
            <a:r>
              <a:t>* End-to-End Execution Flow:</a:t>
            </a:r>
          </a:p>
          <a:p>
            <a:pPr>
              <a:defRPr sz="1200"/>
            </a:pPr>
            <a:r>
              <a:t>  1. Vectorized Log Ingestion -&gt; 10-Field Telemetry Schema across Users, Service Accounts &amp; Edge Devices.</a:t>
            </a:r>
          </a:p>
          <a:p>
            <a:pPr>
              <a:defRPr sz="1200"/>
            </a:pPr>
            <a:r>
              <a:t>  2. Feature Extraction Pipeline -&gt; 26 behavioral features (geo-velocity, resource novelty, failed auth counts).</a:t>
            </a:r>
          </a:p>
          <a:p>
            <a:pPr>
              <a:defRPr sz="1200"/>
            </a:pPr>
            <a:r>
              <a:t>  3. Hybrid Profiling -&gt; Autoencoder reconstruction MSE + Mahalanobis distance scoring.</a:t>
            </a:r>
          </a:p>
          <a:p>
            <a:pPr>
              <a:defRPr sz="1200"/>
            </a:pPr>
            <a:r>
              <a:t>  4. Sequence Anomaly Scoring -&gt; 10-event window BiLSTM with Focal Loss.</a:t>
            </a:r>
          </a:p>
          <a:p>
            <a:pPr>
              <a:defRPr sz="1200"/>
            </a:pPr>
            <a:r>
              <a:t>  5. Attack Classification &amp; Explanation -&gt; XGBoost + SHAP natural language reason translation.</a:t>
            </a:r>
          </a:p>
          <a:p>
            <a:pPr>
              <a:defRPr sz="1200"/>
            </a:pPr>
            <a:r>
              <a:t>* Streaming Blueprint: Apache Kafka + Apache Flink stateful windowing in RocksDB &amp; ONNX sub-50ms serving.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/>
            </a:pPr>
            <a:r>
              <a:t>FEASIBILITY, RESULTS &amp; RISK MITIGATION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 sz="1200"/>
            </a:pPr>
            <a:r>
              <a:t>EXPERIMENTAL RESULTS &amp; OPERATIONAL VIABILITY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* Empirical Validation: Successfully evaluated on 212,475 access log events across 500 entities over 90 days.</a:t>
            </a:r>
          </a:p>
          <a:p>
            <a:pPr>
              <a:defRPr sz="1200"/>
            </a:pPr>
            <a:r>
              <a:t>* Low False Positive Rate: Achieved FPR = 0.91% at top 1% analyst alert budget (maintains strict SOC operational compliance).</a:t>
            </a:r>
          </a:p>
          <a:p>
            <a:pPr>
              <a:defRPr sz="1200"/>
            </a:pPr>
            <a:r>
              <a:t>* High Multi-Class Accuracy: Multi-Class Weighted F1 Score = 0.9117 across 7 injected attack types.</a:t>
            </a:r>
          </a:p>
          <a:p>
            <a:pPr>
              <a:defRPr sz="1200"/>
            </a:pPr>
            <a:r>
              <a:t>* Key Risk Mitigations:</a:t>
            </a:r>
          </a:p>
          <a:p>
            <a:pPr>
              <a:defRPr sz="1200"/>
            </a:pPr>
            <a:r>
              <a:t>  - Class Imbalance (&lt;0.5% rare attacks) -&gt; Focal Loss (gamma=2.0) + SMOTE minority oversampling.</a:t>
            </a:r>
          </a:p>
          <a:p>
            <a:pPr>
              <a:defRPr sz="1200"/>
            </a:pPr>
            <a:r>
              <a:t>  - Cold-Start Entities -&gt; Cohort baseline blending smoothly transitions to individual profiles over 50 events.</a:t>
            </a:r>
          </a:p>
          <a:p>
            <a:pPr>
              <a:defRPr sz="1200"/>
            </a:pPr>
            <a:r>
              <a:t>  - Concept Drift -&gt; Exponential age-decay weighting (0.95^t) prioritizes recent behavioral trends.</a:t>
            </a:r>
          </a:p>
          <a:p>
            <a:pPr>
              <a:defRPr sz="1200"/>
            </a:pPr>
            <a:r>
              <a:t>  - High Event Throughput -&gt; Kafka/Flink sub-50ms design with embedded ONNX runtime model scoring.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/>
            </a:pPr>
            <a:r>
              <a:t>SOLUTION ARTIFACTS &amp; PROTOTYPE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533653"/>
            <a:ext cx="93853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 sz="1200"/>
            </a:pPr>
            <a:r>
              <a:t>COMPLETE PRODUCTION DELIVERABLES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* GitHub Codebase: https://github.com/SinghAnsh07/cybershield-AI (Fully modular open-source implementation)</a:t>
            </a:r>
          </a:p>
          <a:p>
            <a:pPr>
              <a:defRPr sz="1200"/>
            </a:pPr>
            <a:r>
              <a:t>* End-to-End Pipeline: Single-command execution (`python pipeline.py`) for data generation, feature engineering, Autoencoder/BiLSTM/XGBoost training, evaluation, and report compilation.</a:t>
            </a:r>
          </a:p>
          <a:p>
            <a:pPr>
              <a:defRPr sz="1200"/>
            </a:pPr>
            <a:r>
              <a:t>* SOC Analyst Dashboard: Streamlit interactive UI (`streamlit run dashboard/app.py`) with risk metrics, alert queue, SHAP waterfall plots, and entity timelines.</a:t>
            </a:r>
          </a:p>
          <a:p>
            <a:pPr>
              <a:defRPr sz="1200"/>
            </a:pPr>
            <a:r>
              <a:t>* Production PDF Report: 5-page publication-quality technical document (`report.pdf`) with embedded ROC/PR curves.</a:t>
            </a:r>
          </a:p>
          <a:p>
            <a:pPr>
              <a:defRPr sz="1200"/>
            </a:pPr>
            <a:r>
              <a:t>* Trained Model Artifacts: Saved weights in `data/models/` (`baseline_profiler.pt`, `detection_model.pt`, `anomaly_classifier.joblib`).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/>
            </a:pPr>
            <a:r>
              <a:t>RESEARCH &amp;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 sz="1300"/>
            </a:pPr>
            <a:r>
              <a:t>KEY REFERENCES &amp; RESEARCH WORK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1. User and Entity Behavior Analytics (UEBA): IEEE Transactions on Information Forensics and Security on access log anomaly detection.</a:t>
            </a:r>
          </a:p>
          <a:p>
            <a:pPr>
              <a:defRPr sz="1300"/>
            </a:pPr>
            <a:r>
              <a:t>2. Sequence Anomaly Detection: PyTorch Bidirectional LSTM with Focal Loss for imbalanced temporal security events.</a:t>
            </a:r>
          </a:p>
          <a:p>
            <a:pPr>
              <a:defRPr sz="1300"/>
            </a:pPr>
            <a:r>
              <a:t>3. Model Explainability: Lundberg &amp; Lee (2017), 'A Unified Approach to Interpreting Model Predictions' (SHAP TreeExplainer).</a:t>
            </a:r>
          </a:p>
          <a:p>
            <a:pPr>
              <a:defRPr sz="1300"/>
            </a:pPr>
            <a:r>
              <a:t>4. Real-Time Streaming Systems: Apache Flink Stateful Stream Processing &amp; RocksDB state backend architecture.</a:t>
            </a:r>
          </a:p>
          <a:p>
            <a:pPr>
              <a:defRPr sz="1300"/>
            </a:pPr>
            <a:r>
              <a:t>5. Solution Source Code &amp; Deliverables: https://github.com/SinghAnsh07/cybershield-AI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7668</TotalTime>
  <Words>320</Words>
  <Application>Microsoft Office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PowerPoint Presentation</vt:lpstr>
      <vt:lpstr> IDEA TITLE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Ramesh MV (HirePro)</cp:lastModifiedBy>
  <cp:revision>153</cp:revision>
  <dcterms:created xsi:type="dcterms:W3CDTF">2013-12-12T18:46:50Z</dcterms:created>
  <dcterms:modified xsi:type="dcterms:W3CDTF">2026-07-24T16:33:04Z</dcterms:modified>
  <cp:category/>
</cp:coreProperties>
</file>